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le problème sans prétendre à une étude terrain réalisée. Membres, date et durée officielle restent à renseigner par l’équipe.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S1, S2, S3 du dossier. Différencier volume de recrutement, marché adressable et chiffre d’affaires : les deux derniers ne sont pas établis.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lecture CV enrichie est un lot local testé, en cours d’intégration frontend. Ne pas annoncer sa disponibilité en production avant recette.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S4. ETT-salarié : contrat de mission ; ETT-entreprise utilisatrice : mise à disposition. Le projet étudiant ne prouve pas une activité d’ETT autorisée.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Suivre DEMONSTRATION.md. Aucune mission ni notification réelle n’est créée par ce support. Ne pas confondre horizon de programmation et durée légale d’un contrat.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Preuves : backend/src/domain/rules.ts et matching.ts. Pondérations configurables ; aucune optimisation statistique démontrée. Montrer deux profils fictifs et les détails réels, ne pas inventer de score.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PDF refondus : preuve de déploiement connue. Suivi email enrichi et correctifs profil : locaux selon l’instantané du dossier. Source juridique S4 ; aucun conseil individuel.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locale IMPORTS_SOBRIETE_2026-09-19. Une exécution comprend plusieurs appels paginés. Ne pas annoncer un quota fournisseur restant sans mesure récente.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imports ne tournent plus dans le workflow de rappels toutes les 30 minutes. Vérifier versions actives/exécutions avant soutenance ; scénario de secours dans DEMONSTRATION.md.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matrice 42 scénarios décrit des états partiels. Les campagnes de tests ne s’additionnent pas en un total unique. Pas de couverture finale annoncée sans rapport du SHA livré.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Rôles proposés A backend métier, B données, C frontend, D intégration. Les noms, disponibilités, temps réels et écarts sont reportés à l’équipe, sans nouvelle demande ni estimation inventée.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Conclure sur une valeur démontrable et les réserves précises. Le PDF de confirmation n’est pas un contrat ; le RPPS facultatif à l’inscription ne constitue pas une vérification professionnelle.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01 / PROBLÈME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Qualifier une mission. Expliquer le choix.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InfiMatch · projet étudiant MBA / MSc2 Epitech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Un besoin concret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Une mission IDE ponctuelle impose de rapprocher métier, service, horaires et mobilité. Le recruteur doit comprendre ce qui correspond et ce qui reste à vérifier.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Notre démonstration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Un parcours continu : publier, rechercher, candidater, confirmer, retrouver son agenda et son document. Les personnes du scénario sont fictives.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19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02 / MARCHÉ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Un secteur en tension, déjà outillé.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Contexte documenté ; aucune part de marché revendiquée.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36 700 projets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France Travail cite 36 700 projets de recrutement en 2026 pour les infirmiers et sages-femmes, dont 60,2 % jugés difficiles. Ce total ne mesure pas le seul intérim ni la cible IDE/IADE/IBODE.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Une concurrence réelle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Appel Médical associe offres et parcours intérimaire. Hublo propose la gestion des remplacements aux établissements. InfiMatch démontre une compatibilité expliquée ; aucune supériorité mesurée.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19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03 / VALEUR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Une promesse volontairement précise.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Aider à décider, conserver une décision humaine.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Pour le professionnel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Profil IDE / IADE / IBODE, services d’exercice, zone de mobilité, recherche, candidatures et agenda. Le CV suggère des informations à relire ; il ne certifie aucun diplôme.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Pour le recruteur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Besoins et missions structurés, profils proposés, explication du score, affectation, historique et documents. Une donnée manquante doit être visible ; elle ne doit jamais être inventée.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19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04 / CADRE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Trois acteurs, des droits distincts.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Deux familles de comptes ; organisations contrôlées côté serveur.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Candidat → établissement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Le candidat renseigne son parcours et propose ses services. L’établissement décrit un besoin, son lieu, les horaires et les qualifications attendues.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Agence → affectation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L’agence intervient dans le scénario d’intérim et confirme l’affectation autorisée. La confirmation PDF récapitule la mission ; elle ne remplace pas les contrats requis.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19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05 / PRODUIT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Démonstration : publier un besoin lisible.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Scénario fictif préparé sur environnement isolé.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1 — Préparer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Établissement de démonstration, mission IDE, service Urgences, date future proche et horaires explicites. Les données de personne et de contact restent fictives.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2 — Vérifier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Montrer les erreurs de saisie, la limite de programmation à deux ans, la ville et le rayon de recherche. Vérifier l’enregistrement avant de montrer la fiche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19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06 / DÉCISION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Le matching explique ses paramètres.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Score indicatif et conditions d’action sont deux informations différentes.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Pondération par défaut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Compétences souhaitées 45 % ; proximité 25 % ; préférences horaires 20 % ; expérience dans le service 10 %. Configuration effective à vérifier via matching/rules.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À interpréter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Le score dépend des déclarations. Géolocalisation ou horaires absents affectent les composantes. L’affectation assouplie ne doit pas contourner un conflit réel de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19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07 / PARCOURS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Confirmer, puis garder un état cohérent.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La mission confirmée devient un engagement dans l’agenda.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Candidature → affectation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Montrer la décision humaine, le créneau et le lieu. Les candidatures chevauchant une affectation sont fermées avec un motif ; une double affectation reste bloquée.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Document → suivi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Ouvrir le PDF de confirmation puis celui d’annulation. Distinguer email accepté, livré au serveur et réellement lu. L’annulation applicative n’établit pas la légalité d’une rupture.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19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08 /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La donnée publique devient exploitable.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Collecter, normaliser, dédoublonner, expliquer la provenance.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Chaîne de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FINESS enrichit les établissements ; les offres externes gardent leur source. PostgreSQL / PostGIS porte l’état métier et la géographie ; MongoDB conserve les traces de matching.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Sobriété mesurable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Planning prévu : France Travail à 7 h et 15 h ; JobsPipe à 7 h, heure de Paris. Reprises bornées et arrêt au quota. Le succès des nouveaux créneaux reste à observer.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19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09 / NO-CODE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Deux automatisations à démontrer au minimum.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Workflows n8n, transitions métier et preuves d’exécution.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Correspondance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Publication → comparaison → notification interne aux profils admissibles ayant activé les alertes, avec périmètre. Montrer une exécution et son destinataire fictif.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Confirmation et relance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Affectation → confirmation PDF. Mission non pourvue → rappel encadré : 24 h, intervalle 24 h, trois au maximum. Les anciennes missions fictives restent exclues.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19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10 / QUALITÉ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La qualité se montre avec des preuves.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Des contrôles ciblés ; aucune conformité globale inventée.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Sécurité et continuité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Droits serveur, transactions, documents protégés, récupération sécurisée et limiteurs partagés testés localement. Restauration isolée réussie ; déchiffrement prouvé sur fixture synthétique.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Accessibilité et sobriété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Parcours clavier et responsive à rejouer sur la version remise. Réduire appels et doublons ; privilégier le matériel existant ou reconditionné. Pas de certification RGAA ou de bilan carbone revendiqué.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19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11 / PILOTAGE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Comparer l’estimé et le réalisé honnêtement.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Référence actuelle : quatre personnes, onze jours.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348–528 h-personnes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Fourchette initiale de conception conservée dans CHIFFRAGE_V1. Ce n’est pas un temps mesuré. Quatre personnes × onze jours = 44 journées-personnes, sans durée productive supposée.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Réalisé à compléter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Les heures humaines ne sont pas renseignées. Le journal contient 0,921 h d’agent historique, outils et attente inclus ; ce relevé ne représente ni l’équipe ni le travail total.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19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12 /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Une démonstration solide, des limites assumées.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Le support accompagne les preuves de la version effectivement remise.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À terminer avant remise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Publier et recetter les lots locaux ; vérifier emails et nouveaux créneaux ; joindre couverture finale et SHA. Répéter le scénario et renseigner les éléments humains reportés.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À décider séparément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MFA administrateur, contrat complet et signature, fiches mission publiques / JobPosting, continuité d’hébergement n8n. Aucun de ces choix n’est activé par ce dossier.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19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InfiMatch — Soutenance</dc:title>
  <dc:subject>Projet étudiant, instantané du 19 septembre 2026</dc:subject>
  <dc:creator>Équipe InfiMatch</dc:creator>
  <cp:keywords>InfiMatch, Epitech, soutenance, preuves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