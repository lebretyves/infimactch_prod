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Présenter le problème sans prétendre à une étude terrain réalisée. Membres, date et durée officielle restent à renseigner par l’équipe.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Sources S1, S2, S3 du dossier. Différencier volume de recrutement, marché adressable et chiffre d’affaires : les deux derniers ne sont pas établis.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CV propose des données à vérifier ; aucune qualification ni identité certifiée automatiquement. Le parcours est implémenté, la recette complète publiée reste à documenter.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S4. ETT-salarié : contrat de mission ; ETT-entreprise utilisatrice : mise à disposition. Le projet étudiant ne prouve pas une activité d’ETT autorisée.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Suivre DEMONSTRATION.md. Aucune mission ni notification réelle n’est créée par ce support. Ne pas confondre horizon de programmation et durée légale d’un contrat.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Preuves : backend/src/domain/rules.ts et matching.ts. Pondérations configurables ; aucune optimisation statistique démontrée. Montrer deux profils fictifs et les détails réels, ne pas inventer de score.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documents et états email sont implémentés. Distinguer code livré, reçu fournisseur et réception réelle. Recetter le parcours complet sur la version remise.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Source locale IMPORTS_SOBRIETE_2026-09-19. Une exécution comprend plusieurs appels paginés. Ne pas annoncer un quota fournisseur restant sans mesure récente.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Reprise et rappels publiés toutes les quatre heures ; imports séparés. Préserver le quota, réutiliser les preuves datées pertinentes. Montrer matching et confirmation comme deux workflows distincts.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matrice 42 scénarios décrit des états partiels. Les campagnes de tests ne s’additionnent pas en un total unique. Pas de couverture finale annoncée sans rapport du SHA livré.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Rôles proposés A backend métier, B données, C frontend, D intégration. Les noms, disponibilités, temps réels et écarts sont reportés à l’équipe, sans nouvelle demande ni estimation inventée.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Conclure sur une valeur démontrable et les réserves précises. Le PDF de confirmation n’est pas un contrat ; le RPPS facultatif à l’inscription ne constitue pas une vérification professionnelle.</a:t>
            </a:r>
          </a:p>
          <a:p>
            <a:r>
              <a:t>Voir DOSSIER_SOUTENANCE.md pour les sources et DEMONSTRATION.md pour le scénario de secours.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01 / PROBLÈME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Qualifier une mission. Expliquer le choix.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InfiMatch · projet étudiant MBA / MSc2 Epitech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Un besoin concret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Une mission IDE ponctuelle impose de rapprocher métier, service, horaires et mobilité. Le recruteur doit comprendre ce qui correspond et ce qui reste à vérifier.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Notre démonstration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Un parcours continu : publier, rechercher, candidater, confirmer, retrouver son agenda et son document. Les personnes du scénario sont fictives.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02 / MARCHÉ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 secteur en tension, déjà outillé.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Contexte documenté ; aucune part de marché revendiquée.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36 700 projets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France Travail cite 36 700 projets de recrutement en 2026 pour les infirmiers et sages-femmes, dont 60,2 % jugés difficiles. Ce total ne mesure pas le seul intérim ni la cible IDE/IADE/IBODE.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Une concurrence réelle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Appel Médical associe offres et parcours intérimaire. Hublo propose la gestion des remplacements aux établissements. InfiMatch démontre une compatibilité expliquée ; aucune supériorité mesurée.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03 / VALEUR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Une promesse volontairement précise.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Aider à décider, conserver une décision humaine.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Pour le professionnel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Profil IDE / IADE / IBODE, services, disponibilités et zone de recherche enregistrée, distincte du domicile. Recherche ponctuelle libre et Discord facultatif après inscription.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Pour le recruteur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Besoins et missions structurés, profils proposés, explication du score, affectation, historique et documents. Une donnée manquante doit être visible ; elle ne doit jamais être inventée.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04 / CADRE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Trois acteurs, des droits distincts.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Deux familles de comptes ; organisations contrôlées côté serveur.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Candidat → établissement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 candidat renseigne son parcours et propose ses services. L’établissement décrit un besoin, son lieu, les horaires et les qualifications attendues.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Agence → affectation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L’agence intervient dans le scénario d’intérim et confirme l’affectation autorisée. La confirmation PDF récapitule la mission ; elle ne remplace pas les contrats requis.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05 / PRODUIT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Démonstration : publier un besoin lisible.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Scénario fictif préparé sur environnement isolé.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1 — Préparer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Établissement de démonstration, mission IDE, service Urgences, date future proche et horaires explicites. Les données de personne et de contact restent fictives.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2 — Vérifier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Montrer les erreurs de saisie, la limite de programmation à deux ans, la ville et le rayon de recherche. Vérifier l’enregistrement avant de montrer la fiche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06 / DÉCISION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Le matching explique ses paramètres.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Score indicatif et conditions d’action sont deux informations différentes.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Pondération par défaut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Compétences souhaitées 45 % ; proximité 25 % ; préférences horaires 20 % ; expérience dans le service 10 %. Configuration effective à vérifier via matching/rules.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interpréter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 score dépend des déclarations. Géolocalisation ou horaires absents affectent les composantes. L’affectation assouplie ne doit pas contourner un conflit réel de mission.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07 / PARCOURS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Confirmer, puis garder un état cohérent.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La mission confirmée devient un engagement dans l’agenda.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Candidature → affectation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Montrer la décision humaine, le créneau et le lieu. Les candidatures chevauchant une affectation sont fermées avec un motif ; une double affectation reste bloquée.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Document → suivi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Ouvrir le PDF de confirmation puis celui d’annulation. Distinguer email accepté, livré au serveur et réellement lu. L’annulation applicative n’établit pas la légalité d’une rupture.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08 / DONNÉES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La donnée publique devient exploitable.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Collecter, normaliser, dédoublonner, expliquer la provenance.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Chaîne de données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FINESS enrichit les établissements ; les offres externes gardent leur source. PostgreSQL / PostGIS porte l’état métier et la géographie ; MongoDB conserve les traces de matching.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Sobriété mesurable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Exports : France Travail à 7 h et 15 h ; JobsPipe à 7 h, heure de Paris. Reprises et pagination bornées. Les exécutions réussies doivent être montrées avec leur date.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09 / NO-CODE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Deux automatisations à démontrer au minimum.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Workflows n8n, transitions métier et preuves d’exécution.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Correspondance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Publication → comparaison → notification interne aux profils admissibles ayant activé les alertes, avec périmètre. Montrer une exécution et son destinataire fictif.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Confirmation et relance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Affectation → confirmation PDF. Mission non pourvue → rappel encadré : 24 h, intervalle 24 h, trois au maximum. Les anciennes missions fictives restent exclues.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10 / QUALITÉ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La qualité se montre avec des preuves.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Des contrôles ciblés ; aucune conformité globale inventée.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Sécurité et continuité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Droits serveur, transactions, documents protégés, récupération sécurisée et limiteurs partagés testés localement. Restauration isolée réussie ; déchiffrement prouvé sur fixture synthétique.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Accessibilité et sobriété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Matching local, 1 000 profils : 2 015 requêtes SQL deviennent 35, mêmes résultats comparés. Imports bornés et parsing réutilisé. Essais humains RGAA à compléter ; aucun gain CO₂ ou euros calculé.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11 /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Comparer l’estimé et le réalisé honnêtement.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Référence actuelle : quatre personnes, onze jours.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348–528 h-personnes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Fourchette initiale de conception conservée dans CHIFFRAGE_V1. Ce n’est pas un temps mesuré. Quatre personnes × onze jours = 44 journées-personnes, sans durée productive supposée.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Réalisé à compléter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Les heures humaines doivent être renseignées dans TEMPS_HUMAINS.csv. Aucun écart estimé/réel ni coût humain fiable sans ce relevé. Le temps d’un agent ne mesure pas le travail de l’équipe.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3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304800"/>
            <a:ext cx="3048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200" b="1">
                <a:solidFill>
                  <a:srgbClr val="082F49"/>
                </a:solidFill>
                <a:latin typeface="Arial"/>
              </a:defRPr>
            </a:pPr>
            <a:r>
              <a:t>InfiMatch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55000" y="368300"/>
            <a:ext cx="33528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100" b="1">
                <a:solidFill>
                  <a:srgbClr val="435F72"/>
                </a:solidFill>
                <a:latin typeface="Arial"/>
              </a:defRPr>
            </a:pPr>
            <a:r>
              <a:t>12 / SUITE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016000"/>
            <a:ext cx="10896600" cy="1092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3400" b="1">
                <a:solidFill>
                  <a:srgbClr val="082F49"/>
                </a:solidFill>
                <a:latin typeface="Arial"/>
              </a:defRPr>
            </a:pPr>
            <a:r>
              <a:t>Une démonstration solide, des limites assumées.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2070100"/>
            <a:ext cx="10795000" cy="355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600" b="0">
                <a:solidFill>
                  <a:srgbClr val="435F72"/>
                </a:solidFill>
                <a:latin typeface="Arial"/>
              </a:defRPr>
            </a:pPr>
            <a:r>
              <a:t>Le support accompagne les preuves de la version effectivement remise.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90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terminer avant remise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90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Recetter le parcours publié et les deux workflows, attester le MFA réel, compléter les heures et répéter à quatre. Préserver le quota n8n. Le manifeste identifie la version remise.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1100" y="2692400"/>
            <a:ext cx="5321300" cy="3073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1100" y="2692400"/>
            <a:ext cx="5321300" cy="50800"/>
          </a:xfrm>
          <a:prstGeom prst="rect">
            <a:avLst/>
          </a:prstGeom>
          <a:solidFill>
            <a:srgbClr val="155E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0500" y="2984500"/>
            <a:ext cx="4762500" cy="673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2100" b="1">
                <a:solidFill>
                  <a:srgbClr val="082F49"/>
                </a:solidFill>
                <a:latin typeface="Arial"/>
              </a:defRPr>
            </a:pPr>
            <a:r>
              <a:t>À décider séparément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0500" y="3733800"/>
            <a:ext cx="4762500" cy="18161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700" b="0">
                <a:solidFill>
                  <a:srgbClr val="163B50"/>
                </a:solidFill>
                <a:latin typeface="Arial"/>
              </a:defRPr>
            </a:pPr>
            <a:r>
              <a:t>Responsable des données et durées à formaliser ; restauration indépendante et rotation à prouver ; hébergement n8n après essai. Le MFA est implémenté, pas une proposition future.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159500"/>
            <a:ext cx="107315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0">
                <a:solidFill>
                  <a:srgbClr val="435F72"/>
                </a:solidFill>
                <a:latin typeface="Arial"/>
              </a:defRPr>
            </a:pPr>
            <a:r>
              <a:t>Projet étudiant · État documentaire au 21 septembre 2026 · Réserves et sources : DOSSIER_SOUTENANCE.md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42600" y="6464300"/>
            <a:ext cx="952500" cy="2159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defRPr sz="1000" b="1">
                <a:solidFill>
                  <a:srgbClr val="155EE8"/>
                </a:solidFill>
                <a:latin typeface="Arial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InfiMatch — Soutenance</dc:title>
  <dc:subject>Projet étudiant, instantané du 21 septembre 2026</dc:subject>
  <dc:creator>Équipe InfiMatch</dc:creator>
  <cp:keywords>InfiMatch, Epitech, soutenance, preuves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